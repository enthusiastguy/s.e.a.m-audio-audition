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301" y="31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71600" y="137160"/>
            <a:ext cx="2011680" cy="508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0" y="137160"/>
            <a:ext cx="2011680" cy="508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309360" y="137160"/>
            <a:ext cx="2011680" cy="508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778240" y="137160"/>
            <a:ext cx="2011680" cy="508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CCFF"/>
                </a:solidFill>
                <a:latin typeface="Segoe UI Light"/>
              </a:defRPr>
            </a:pPr>
            <a:r>
              <a:t>S.E.A.M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BBCC"/>
                </a:solidFill>
                <a:latin typeface="Segoe UI"/>
              </a:defRPr>
            </a:pPr>
            <a:r>
              <a:t>Segmented Evaluation &amp; Audition Module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3383280"/>
            <a:ext cx="3047695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The browser-based audition player for dynamic,</a:t>
            </a:r>
            <a:br/>
            <a:r>
              <a:t>branching &amp; loopable music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846320"/>
            <a:ext cx="1645920" cy="411480"/>
          </a:xfrm>
          <a:prstGeom prst="roundRect">
            <a:avLst/>
          </a:prstGeom>
          <a:noFill/>
          <a:ln w="19050">
            <a:solidFill>
              <a:srgbClr val="00C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00CCFF"/>
                </a:solidFill>
                <a:latin typeface="Segoe UI"/>
              </a:defRPr>
            </a:pPr>
            <a:r>
              <a:t>100%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4846320"/>
            <a:ext cx="1645920" cy="411480"/>
          </a:xfrm>
          <a:prstGeom prst="roundRect">
            <a:avLst/>
          </a:prstGeom>
          <a:noFill/>
          <a:ln w="19050">
            <a:solidFill>
              <a:srgbClr val="00C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00CCFF"/>
                </a:solidFill>
                <a:latin typeface="Segoe UI"/>
              </a:defRPr>
            </a:pPr>
            <a:r>
              <a:t>Zero Install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846320"/>
            <a:ext cx="1645920" cy="411480"/>
          </a:xfrm>
          <a:prstGeom prst="roundRect">
            <a:avLst/>
          </a:prstGeom>
          <a:noFill/>
          <a:ln w="19050">
            <a:solidFill>
              <a:srgbClr val="00C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00CCFF"/>
                </a:solidFill>
                <a:latin typeface="Segoe UI"/>
              </a:defRPr>
            </a:pPr>
            <a:r>
              <a:t>Cross-Platform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4846320"/>
            <a:ext cx="1645920" cy="411480"/>
          </a:xfrm>
          <a:prstGeom prst="roundRect">
            <a:avLst/>
          </a:prstGeom>
          <a:noFill/>
          <a:ln w="19050">
            <a:solidFill>
              <a:srgbClr val="00C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00" b="1">
                <a:solidFill>
                  <a:srgbClr val="00CCFF"/>
                </a:solidFill>
                <a:latin typeface="Segoe UI"/>
              </a:defRPr>
            </a:pPr>
            <a:r>
              <a:t>Privacy-First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852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8899"/>
                </a:solidFill>
                <a:latin typeface="Segoe UI"/>
              </a:defRPr>
            </a:pPr>
            <a:r>
              <a:t>2026  ·  Enthusiast Guy  ·  Open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CFF"/>
                </a:solidFill>
                <a:latin typeface="Segoe U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How do you showcase branching, loopable music to clients?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0515600" cy="960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Segoe UI"/>
              </a:defRPr>
            </a:pPr>
            <a:r>
              <a:t>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Segoe UI"/>
              </a:defRPr>
            </a:pPr>
            <a:r>
              <a:t>Branching Audio Is Hard to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146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Adaptive music with multiple parts, loops, and branch points can't be shown in a simple MP3 player. Clients never hear the full picture.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10515600" cy="960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Segoe UI"/>
              </a:defRPr>
            </a:pPr>
            <a:r>
              <a:t>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2735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Segoe UI"/>
              </a:defRPr>
            </a:pPr>
            <a:r>
              <a:t>DAWs Are Overkill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611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Pro Tools, Logic, Ableton — they require installation, steep learning curves, and licenses. Not practical for a quick client audition.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79"/>
            <a:ext cx="10515600" cy="960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34339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Segoe UI"/>
              </a:defRPr>
            </a:pPr>
            <a:r>
              <a:t>☁️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37083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Segoe UI"/>
              </a:defRPr>
            </a:pPr>
            <a:r>
              <a:t>Cloud Tools Risk Privacy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709159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Uploading unreleased music to web platforms raises IP concerns. Composers need local-first solutions that keep audio on the device.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394959"/>
            <a:ext cx="10515600" cy="960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4406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Segoe UI"/>
              </a:defRPr>
            </a:pPr>
            <a: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46811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Segoe UI"/>
              </a:defRPr>
            </a:pPr>
            <a:r>
              <a:t>No Standard Demo 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806439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Every composer sends a different folder structure. Clients get confused by dozens of WAV files with no way to hear them in context.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CB77"/>
                </a:solidFill>
                <a:latin typeface="Segoe UI"/>
              </a:defRPr>
            </a:pPr>
            <a: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S.E.A.M — Audio That Speaks For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CC"/>
                </a:solidFill>
                <a:latin typeface="Segoe UI"/>
              </a:defRPr>
            </a:pPr>
            <a:r>
              <a:t>A self-contained, browser-based audition player that turns your sample pack folder into an interactive, playable experience —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743200"/>
            <a:ext cx="2651760" cy="329184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2788920"/>
            <a:ext cx="256032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Segoe UI"/>
              </a:defRPr>
            </a:pPr>
            <a:r>
              <a:t>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Open a single HTML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No install, no server, no dependencies. Works in Chrome/Edge on any 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743200"/>
            <a:ext cx="2651760" cy="329184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37560" y="2788920"/>
            <a:ext cx="2560320" cy="381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30175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Segoe UI"/>
              </a:defRPr>
            </a:pPr>
            <a:r>
              <a:t>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6576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Point to your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29768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Select your sample pack root. S.E.A.M discovers songs, parts, and branches automatically.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743200"/>
            <a:ext cx="2651760" cy="329184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72200" y="2788920"/>
            <a:ext cx="256032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30175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Segoe UI"/>
              </a:defRPr>
            </a:pPr>
            <a:r>
              <a:t>▶️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576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Play, loop &amp; compose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9768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Audition full songs or individual parts. Drag bricks to build custom sequences. Export results.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2743200"/>
            <a:ext cx="2651760" cy="329184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06840" y="2788920"/>
            <a:ext cx="2560320" cy="381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0" y="301752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Segoe UI"/>
              </a:defRPr>
            </a:pPr>
            <a:r>
              <a:t>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6576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100% Private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297680"/>
            <a:ext cx="2286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All processing happens locally in your browser. No files ever leave your device.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CFF"/>
                </a:solidFill>
                <a:latin typeface="Segoe UI"/>
              </a:defRPr>
            </a:pPr>
            <a: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From Folder to Interactive Demo in 3 Clicks</a:t>
            </a:r>
          </a:p>
        </p:txBody>
      </p:sp>
      <p:sp>
        <p:nvSpPr>
          <p:cNvPr id="5" name="Oval 4"/>
          <p:cNvSpPr/>
          <p:nvPr/>
        </p:nvSpPr>
        <p:spPr>
          <a:xfrm>
            <a:off x="1691640" y="2011680"/>
            <a:ext cx="640080" cy="640080"/>
          </a:xfrm>
          <a:prstGeom prst="ellipse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749040" y="2148840"/>
            <a:ext cx="822960" cy="3810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2336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CFF"/>
                </a:solidFill>
                <a:latin typeface="Segoe UI"/>
              </a:defRPr>
            </a:pPr>
            <a:r>
              <a:t>Structure Your Pack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3474720" cy="320040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5204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Organize songs in subfolders with the naming convention:</a:t>
            </a:r>
            <a:br/>
            <a:br/>
            <a:r>
              <a:t>Song Name 1 → 2, 4.wav  (Part 1, branches to 2 or 4)</a:t>
            </a:r>
            <a:br/>
            <a:r>
              <a:t>Song Name 2 → 2, 3.wav  (Part 2, loops or goes to 3)</a:t>
            </a:r>
            <a:br/>
            <a:r>
              <a:t>Song Name 3.wav              (Final part, no branch)</a:t>
            </a:r>
            <a:br/>
            <a:r>
              <a:t>Song Name.wav                (Optional full mix)</a:t>
            </a:r>
          </a:p>
        </p:txBody>
      </p:sp>
      <p:sp>
        <p:nvSpPr>
          <p:cNvPr id="11" name="Oval 10"/>
          <p:cNvSpPr/>
          <p:nvPr/>
        </p:nvSpPr>
        <p:spPr>
          <a:xfrm>
            <a:off x="5440680" y="2011680"/>
            <a:ext cx="640080" cy="64008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0" y="2148840"/>
            <a:ext cx="822960" cy="3810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9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834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C4DFF"/>
                </a:solidFill>
                <a:latin typeface="Segoe UI"/>
              </a:defRPr>
            </a:pPr>
            <a:r>
              <a:t>Open &amp; Select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383280"/>
            <a:ext cx="3474720" cy="320040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35204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Double-click S.E.A.M's HTML file in any Chromium browser.</a:t>
            </a:r>
            <a:br/>
            <a:br/>
            <a:r>
              <a:t>Click 'Select Folder' and point to your sample pack root.</a:t>
            </a:r>
            <a:br/>
            <a:br/>
            <a:r>
              <a:t>S.E.A.M auto-discovers all songs, parts, durations,</a:t>
            </a:r>
            <a:br/>
            <a:r>
              <a:t>loop points, and branch targets from filenames alone.</a:t>
            </a:r>
          </a:p>
        </p:txBody>
      </p:sp>
      <p:sp>
        <p:nvSpPr>
          <p:cNvPr id="17" name="Oval 16"/>
          <p:cNvSpPr/>
          <p:nvPr/>
        </p:nvSpPr>
        <p:spPr>
          <a:xfrm>
            <a:off x="9189719" y="2011680"/>
            <a:ext cx="640080" cy="640080"/>
          </a:xfrm>
          <a:prstGeom prst="ellipse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834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BCB77"/>
                </a:solidFill>
                <a:latin typeface="Segoe UI"/>
              </a:defRPr>
            </a:pPr>
            <a:r>
              <a:t>Audition &amp; Export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383280"/>
            <a:ext cx="3474720" cy="320040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8159" y="35204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Play full songs or individual parts with looping.</a:t>
            </a:r>
            <a:br/>
            <a:br/>
            <a:r>
              <a:t>Drag bricks to build custom sequences.</a:t>
            </a:r>
            <a:br/>
            <a:br/>
            <a:r>
              <a:t>Export audio to WAV, MP3, OGG, or FLAC.</a:t>
            </a:r>
            <a:br/>
            <a:r>
              <a:t>Build MP4 demo videos with chapters.</a:t>
            </a:r>
            <a:br/>
            <a:br/>
            <a:r>
              <a:t>Session state auto-saves per project folder.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CFF"/>
                </a:solidFill>
                <a:latin typeface="Segoe UI"/>
              </a:defRPr>
            </a:pPr>
            <a:r>
              <a:t>CORE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Professional Playback, Zero Compromise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338328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Gapless Playback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Web Audio API-powered transport with</a:t>
            </a:r>
            <a:br/>
            <a:r>
              <a:t>pre-scheduled segments for seamless</a:t>
            </a:r>
            <a:br/>
            <a:r>
              <a:t>transitions between parts.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92024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965960"/>
            <a:ext cx="3383280" cy="381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480560" y="2240280"/>
            <a:ext cx="502920" cy="50292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Smart Looping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6974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Per-part loop controls auto-detected from</a:t>
            </a:r>
            <a:br/>
            <a:r>
              <a:t>filename conventions. Loop once, N times,</a:t>
            </a:r>
            <a:br/>
            <a:r>
              <a:t>or infinitely with zero gaps.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92024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00999" y="1965960"/>
            <a:ext cx="338328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9" y="2240280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79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Variable Speed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6974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Rotary knob from -250% to +200% with</a:t>
            </a:r>
            <a:br/>
            <a:r>
              <a:t>5% snap increments. Reverse playback</a:t>
            </a:r>
            <a:br/>
            <a:r>
              <a:t>with pitch-shifted audio.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9768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4343400"/>
            <a:ext cx="3383280" cy="381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31520" y="4617720"/>
            <a:ext cx="502920" cy="502920"/>
          </a:xfrm>
          <a:prstGeom prst="ellipse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Crossfade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749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Adjustable 0–20s crossfade between</a:t>
            </a:r>
            <a:br/>
            <a:r>
              <a:t>playlist songs with visual knob control.</a:t>
            </a:r>
            <a:br/>
            <a:r>
              <a:t>Smooth volume curves on transitions.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429768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51960" y="4343400"/>
            <a:ext cx="3383280" cy="381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480560" y="4617720"/>
            <a:ext cx="502920" cy="502920"/>
          </a:xfrm>
          <a:prstGeom prst="ellipse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Multi-Track Play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749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Play multiple songs simultaneously for</a:t>
            </a:r>
            <a:br/>
            <a:r>
              <a:t>A/B comparison or layered audition.</a:t>
            </a:r>
            <a:br/>
            <a:r>
              <a:t>Independent transport per song.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429768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00999" y="4343400"/>
            <a:ext cx="338328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229599" y="4617720"/>
            <a:ext cx="502920" cy="502920"/>
          </a:xfrm>
          <a:prstGeom prst="ellipse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79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Live Waveforms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50749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Real-time waveform rendering on seek</a:t>
            </a:r>
            <a:br/>
            <a:r>
              <a:t>bars and bricks. Spectrum analyzer in</a:t>
            </a:r>
            <a:br/>
            <a:r>
              <a:t>header. Responsive to audio content.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4DFF"/>
                </a:solidFill>
                <a:latin typeface="Segoe UI"/>
              </a:defRPr>
            </a:pPr>
            <a:r>
              <a:t>POWER FEATURE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The Brick Playground — Visual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BBCC"/>
                </a:solidFill>
                <a:latin typeface="Segoe UI"/>
              </a:defRPr>
            </a:pPr>
            <a:r>
              <a:t>A unique 2D canvas where you arrange audio segments like building blocks — no other audition tool offers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688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Drag colored 'bricks' representing audio parts onto an infinite 2D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529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529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Magnetic snap — bricks auto-cluster when placed within 14px proximity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3697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369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Break gap system — 36px minimum separation prevents accidental merges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210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210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Comb parking lot — all available parts shown on the left, drag to duplicate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050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050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Ghost reorder — hold 1s to edit a single brick within a cluster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Cluster operations: merge, unmerge, delete, annotate with title &amp; 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77316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50-step undo/redo stack for non-destructive experimentation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1572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15721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Export any cluster directly to the main timeline for playback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54126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54126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Snow particle idle effect with physics, wind gusts, and deposits on bricks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9253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C4DFF"/>
                </a:solidFill>
                <a:latin typeface="Segoe UI"/>
              </a:defRPr>
            </a:pPr>
            <a:r>
              <a:t>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9253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Live spectrum visualizer with colorful FFT pillars while audio plays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6355080"/>
            <a:ext cx="10515600" cy="411480"/>
          </a:xfrm>
          <a:prstGeom prst="roundRect">
            <a:avLst/>
          </a:prstGeom>
          <a:noFill/>
          <a:ln w="1905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6373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C4DFF"/>
                </a:solidFill>
                <a:latin typeface="Segoe UI"/>
              </a:defRPr>
            </a:pPr>
            <a:r>
              <a:t>💡  Think of it as a LEGO board for music composition — visual, intuitive, and endlessly reconfigurable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Segoe UI"/>
              </a:defRPr>
            </a:pPr>
            <a:r>
              <a:t>SMART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Intelligent Audition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21945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74520"/>
            <a:ext cx="539496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057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Segoe UI"/>
              </a:defRPr>
            </a:pPr>
            <a:r>
              <a:t>Seam Preview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A novel audition mode that plays the head and tail of a part while fast-forwarding the middle — perfect for testing loop transition quality without listening to the entire segment. Configurable edge duration (50ms–60s).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486400" cy="21945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874520"/>
            <a:ext cx="539496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0574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CFF"/>
                </a:solidFill>
                <a:latin typeface="Segoe UI"/>
              </a:defRPr>
            </a:pPr>
            <a:r>
              <a:t>Session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Every setting is auto-saved per project folder: playlist order, loop counts, sequences, export preferences, brick playground state, encoding options. Reopen any project exactly where you left off via IndexedDB + localStorage.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1960"/>
            <a:ext cx="5486400" cy="21945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297680"/>
            <a:ext cx="5394960" cy="381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80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4DFF"/>
                </a:solidFill>
                <a:latin typeface="Segoe UI"/>
              </a:defRPr>
            </a:pPr>
            <a:r>
              <a:t>Auto-Discovery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834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Point to any folder and S.E.A.M parses filenames to detect parts, branch targets, loop points, and full mixes automatically. Supports the  Name N → A, B, C.wav  convention with zero configuration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51960"/>
            <a:ext cx="5486400" cy="21945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4297680"/>
            <a:ext cx="5394960" cy="381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⚙️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480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93D"/>
                </a:solidFill>
                <a:latin typeface="Segoe UI"/>
              </a:defRPr>
            </a:pPr>
            <a:r>
              <a:t>Encoding Studio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9834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Export to WAV (PCM 16-bit), MP3 (96–320 kbps via lamejs), OGG Vorbis (quality 0–1.0), and FLAC (lossless, level 0–8). Plus built-in 1080p MP4 demo video export with chapter markers.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93D"/>
                </a:solidFill>
                <a:latin typeface="Segoe UI"/>
              </a:defRPr>
            </a:pPr>
            <a:r>
              <a:t>EXPORT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From Audition to Deliverable in One Click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1965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874520"/>
            <a:ext cx="5257800" cy="508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02996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CCFF"/>
                </a:solidFill>
                <a:latin typeface="Segoe UI"/>
              </a:defRPr>
            </a:pPr>
            <a:r>
              <a:t>WAV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08483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Segoe UI"/>
              </a:defRPr>
            </a:pPr>
            <a:r>
              <a:t>Lossless PCM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CFF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4688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16-bit PCM encoding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891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CFF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19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Source sample rate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CFF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10896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Multi-channel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899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CFF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28999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Instant encoding — no external codec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349240" cy="1965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1874520"/>
            <a:ext cx="5257800" cy="508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202996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6B6B"/>
                </a:solidFill>
                <a:latin typeface="Segoe UI"/>
              </a:defRPr>
            </a:pPr>
            <a:r>
              <a:t>MP3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2084832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Segoe UI"/>
              </a:defRPr>
            </a:pPr>
            <a:r>
              <a:t>Universal Lossy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6B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46888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Bitrate: 96 – 320 kbps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78891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6B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788919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Sample rate: source, 44.1k, 48k Hz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1089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6B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10896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Channel modes: auto, mono, stereo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42899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6B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428999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Powered by lamejs (lazy-loaded)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977639"/>
            <a:ext cx="5349240" cy="1965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85800" y="4023359"/>
            <a:ext cx="5257800" cy="508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417880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7C4DFF"/>
                </a:solidFill>
                <a:latin typeface="Segoe UI"/>
              </a:defRPr>
            </a:pPr>
            <a:r>
              <a:t>OGG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4233671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Segoe UI"/>
              </a:defRPr>
            </a:pPr>
            <a:r>
              <a:t>Open Lossy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1771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4DFF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4617719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Quality slider: 0.0 – 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93775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4DFF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493775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Sample rate: source, 44.1k, 48k 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25779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4DFF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257799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Channel modes: auto, mono, stereo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557783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4DFF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88720" y="557783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Vorbis encoder (lazy-loaded)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977639"/>
            <a:ext cx="5349240" cy="1965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217920" y="4023359"/>
            <a:ext cx="5257800" cy="508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4178807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6BCB77"/>
                </a:solidFill>
                <a:latin typeface="Segoe UI"/>
              </a:defRPr>
            </a:pPr>
            <a:r>
              <a:t>FLAC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26680" y="4233671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Segoe UI"/>
              </a:defRPr>
            </a:pPr>
            <a:r>
              <a:t>Lossless Compressed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61771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4617719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Compression level: 0 – 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93775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493775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Sample rate: source, 44.1k, 48k Hz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525779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5257799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Channel modes: auto, mono, stereo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557783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557783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libflac WASM runtime (local/offline)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6400800"/>
            <a:ext cx="10515600" cy="3657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400" y="641908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99"/>
                </a:solidFill>
                <a:latin typeface="Segoe UI"/>
              </a:defRPr>
            </a:pPr>
            <a:r>
              <a:t>Export full compositions (up to 60 min) or individual parts  •  4 audio formats + MP4 demo video  •  Per-part format memory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CFF"/>
                </a:solidFill>
                <a:latin typeface="Segoe UI"/>
              </a:defRPr>
            </a:pPr>
            <a:r>
              <a:t>VISUAL EXPERIENCE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Designed to Impress — Not Just to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338328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Ambient Setup Screen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4-layer animated waveform with ribbon effects, particle emission on bass hits, film grain, and cinema mode that dims to darkness when idle. It's a visual experience before you even load audio.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92024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965960"/>
            <a:ext cx="3383280" cy="381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480560" y="2240280"/>
            <a:ext cx="502920" cy="502920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Live Spectrum Analyzer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6974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420-bar animated FFT spectrum with peak caps in the header. Responds to all active audio in real-time. Color-coded frequency visualization brings audio data to life.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92024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00999" y="1965960"/>
            <a:ext cx="338328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9" y="2240280"/>
            <a:ext cx="502920" cy="50292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79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Canvas-Drawn Knobs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6974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Speed and crossfade controlled via realistic rotary knobs with filled arcs, indicator dots, snap detents, click sounds, and touch/scroll/drag support. Blue for forward, red for reverse.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9768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4343400"/>
            <a:ext cx="3383280" cy="381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31520" y="4617720"/>
            <a:ext cx="502920" cy="502920"/>
          </a:xfrm>
          <a:prstGeom prst="ellipse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Color-Coded Parts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749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10-color cycling palette assigns unique colors to each part. Consistent across timeline bricks, part lists, waveforms, and playground. Instant visual identification.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429768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51960" y="4343400"/>
            <a:ext cx="3383280" cy="381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480560" y="4617720"/>
            <a:ext cx="502920" cy="502920"/>
          </a:xfrm>
          <a:prstGeom prst="ellipse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❄️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Snow Particle Physics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749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Idle detection triggers a snow system with wind gusts, particle physics, deposits on bricks, and melt decay on activity. Up to 23,800 particles with grid-based erosion simulation.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4297680"/>
            <a:ext cx="347472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00999" y="4343400"/>
            <a:ext cx="338328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229599" y="4617720"/>
            <a:ext cx="502920" cy="502920"/>
          </a:xfrm>
          <a:prstGeom prst="ellipse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79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Memory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50749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Real-time browser memory monitoring using Performance API. Displays tab memory vs. heap usage with stale-reading detection and 700ms refresh. Know your resource footprint.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481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CB77"/>
                </a:solidFill>
                <a:latin typeface="Segoe UI"/>
              </a:defRPr>
            </a:pPr>
            <a:r>
              <a:t>COMPETITIVE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476290"/>
            <a:ext cx="1828800" cy="381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0489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S.E.A.M vs. The Alternatives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619290"/>
            <a:ext cx="1920240" cy="41148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163757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888899"/>
                </a:solidFill>
                <a:latin typeface="Segoe UI"/>
              </a:defRPr>
            </a:pPr>
            <a: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619290"/>
            <a:ext cx="1920240" cy="41148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0" y="163757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CFF"/>
                </a:solidFill>
                <a:latin typeface="Segoe UI"/>
              </a:defRPr>
            </a:pPr>
            <a:r>
              <a:t>S.E.A.M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19290"/>
            <a:ext cx="1920240" cy="41148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0640" y="163757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6B"/>
                </a:solidFill>
                <a:latin typeface="Segoe UI"/>
              </a:defRPr>
            </a:pPr>
            <a:r>
              <a:t>FMOD Studio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1619290"/>
            <a:ext cx="1920240" cy="41148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0" y="163757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C4DFF"/>
                </a:solidFill>
                <a:latin typeface="Segoe UI"/>
              </a:defRPr>
            </a:pPr>
            <a:r>
              <a:t>Wwise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619290"/>
            <a:ext cx="1920240" cy="41148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0" y="163757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93D"/>
                </a:solidFill>
                <a:latin typeface="Segoe UI"/>
              </a:defRPr>
            </a:pPr>
            <a:r>
              <a:t>Audacity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80160" y="2076490"/>
            <a:ext cx="9601200" cy="365760"/>
          </a:xfrm>
          <a:prstGeom prst="rect">
            <a:avLst/>
          </a:prstGeom>
          <a:solidFill>
            <a:srgbClr val="16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20764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Zero Install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0764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0764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0764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0764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4193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Runs in Browser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4193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4193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4193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24193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80160" y="2762290"/>
            <a:ext cx="9601200" cy="365760"/>
          </a:xfrm>
          <a:prstGeom prst="rect">
            <a:avLst/>
          </a:prstGeom>
          <a:solidFill>
            <a:srgbClr val="16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371600" y="27622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Branching Audio Support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27622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7622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7622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27622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31051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Loop-Point Detection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31051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31051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Manual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31051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Manual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31051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3448089"/>
            <a:ext cx="9601200" cy="365760"/>
          </a:xfrm>
          <a:prstGeom prst="rect">
            <a:avLst/>
          </a:prstGeom>
          <a:solidFill>
            <a:srgbClr val="16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371600" y="344808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Visual Brick Composition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44808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344808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344808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344808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379098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Seam Preview Mode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379098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379098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379098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379098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80160" y="4133890"/>
            <a:ext cx="9601200" cy="365760"/>
          </a:xfrm>
          <a:prstGeom prst="rect">
            <a:avLst/>
          </a:prstGeom>
          <a:solidFill>
            <a:srgbClr val="16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371600" y="41338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FLAC Lossless Export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41338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41338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1338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0" y="41338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71600" y="44767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MP4 Demo Video Export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0" y="44767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20640" y="44767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0" y="44767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20" y="44767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80160" y="4819690"/>
            <a:ext cx="9601200" cy="365760"/>
          </a:xfrm>
          <a:prstGeom prst="rect">
            <a:avLst/>
          </a:prstGeom>
          <a:solidFill>
            <a:srgbClr val="16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371600" y="48196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Multi-Format Audio Export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0" y="48196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20640" y="48196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0" y="48196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20" y="48196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1600" y="51625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Session Persistence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0" y="51625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20640" y="51625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40880" y="51625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61120" y="51625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6B"/>
                </a:solidFill>
                <a:latin typeface="Segoe UI"/>
              </a:defRPr>
            </a:pPr>
            <a:r>
              <a:t>✗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280160" y="5505490"/>
            <a:ext cx="9601200" cy="365760"/>
          </a:xfrm>
          <a:prstGeom prst="rect">
            <a:avLst/>
          </a:prstGeom>
          <a:solidFill>
            <a:srgbClr val="16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371600" y="55054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100% Local / No Upload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0" y="55054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20640" y="55054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40880" y="55054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61120" y="55054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71600" y="58483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Free &amp; Open Source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00400" y="58483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58483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Freemium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40880" y="58483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Freemium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61120" y="58483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280160" y="6191290"/>
            <a:ext cx="9601200" cy="365760"/>
          </a:xfrm>
          <a:prstGeom prst="rect">
            <a:avLst/>
          </a:prstGeom>
          <a:solidFill>
            <a:srgbClr val="16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371600" y="61912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Cross-Platform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0" y="61912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61912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Win/Mac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40880" y="61912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Win/Mac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961120" y="61912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CB77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71600" y="653419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Learning Curve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00400" y="65341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None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20640" y="65341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Steep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40880" y="65341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Steep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61120" y="653419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Moderate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4DFF"/>
                </a:solidFill>
                <a:latin typeface="Segoe UI"/>
              </a:defRPr>
            </a:pPr>
            <a:r>
              <a:t>WHO IS IT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Built for Creators. Loved by Clients.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548640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539496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Segoe UI"/>
              </a:defRPr>
            </a:pPr>
            <a:r>
              <a:t>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1488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CCFF"/>
                </a:solidFill>
                <a:latin typeface="Segoe UI"/>
              </a:defRPr>
            </a:pPr>
            <a:r>
              <a:t>Game Audio Composers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Deliver interactive music demos to game studios. Let clients hear branching cues the way they'll work in-engine — with loops, transitions, and variable playback — without requiring FMOD or Wwise.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48640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965960"/>
            <a:ext cx="5394960" cy="381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Segoe UI"/>
              </a:defRPr>
            </a:pPr>
            <a:r>
              <a:t>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1488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C4DFF"/>
                </a:solidFill>
                <a:latin typeface="Segoe UI"/>
              </a:defRPr>
            </a:pPr>
            <a:r>
              <a:t>Film &amp; Media Composers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974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Showcase adaptive scoring to directors and producers. Demonstrate how musical segments connect and flow without the complexity of a DAW. Simple folder structure, instant playback.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0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343400"/>
            <a:ext cx="539496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Segoe UI"/>
              </a:defRPr>
            </a:pPr>
            <a:r>
              <a:t>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262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6B6B"/>
                </a:solidFill>
                <a:latin typeface="Segoe UI"/>
              </a:defRPr>
            </a:pPr>
            <a:r>
              <a:t>Sample Pack Vendors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749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Ship interactive demos alongside your sample packs. Customers can audition every part, build custom sequences, and export previews. The ultimate 'try before you buy' experience.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97680"/>
            <a:ext cx="5486400" cy="21031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4343400"/>
            <a:ext cx="5394960" cy="381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4526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Segoe UI"/>
              </a:defRPr>
            </a:pPr>
            <a:r>
              <a:t>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45262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D93D"/>
                </a:solidFill>
                <a:latin typeface="Segoe UI"/>
              </a:defRPr>
            </a:pPr>
            <a:r>
              <a:t>Music Educators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0749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Teach adaptive music composition interactively. Students can visualize branching structures, experiment with arrangements in the brick playground, and understand non-linear music design.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CFF"/>
                </a:solidFill>
                <a:latin typeface="Segoe UI"/>
              </a:defRPr>
            </a:pPr>
            <a:r>
              <a:t>UNDER THE HOOD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Engineered for Performance &amp; Reliability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14173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0800" cy="141732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385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CCFF"/>
                </a:solidFill>
                <a:latin typeface="Segoe UI"/>
              </a:defRPr>
            </a:pPr>
            <a:r>
              <a:t>Web Audio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Professional audio engine with OfflineAudioContext for seamless stitching, master gain/analyser chain, and gapless pre-scheduled playback.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486400" cy="14173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828800"/>
            <a:ext cx="50800" cy="141732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9385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4DFF"/>
                </a:solidFill>
                <a:latin typeface="Segoe UI"/>
              </a:defRPr>
            </a:pPr>
            <a:r>
              <a:t>File System Access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31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Chromium's modern API for read-only local folder access. No uploads, no servers. IndexedDB stores directory handles for instant project reopening.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29000"/>
            <a:ext cx="5486400" cy="14173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429000"/>
            <a:ext cx="50800" cy="14173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538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6B6B"/>
                </a:solidFill>
                <a:latin typeface="Segoe UI"/>
              </a:defRPr>
            </a:pPr>
            <a:r>
              <a:t>Canvas 2D Rendering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319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All knobs, waveforms, spectrum visualizers, particle systems, and brick playground rendered on HTML5 Canvas with pixel-ratio scaling for Retina displays.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29000"/>
            <a:ext cx="5486400" cy="14173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3429000"/>
            <a:ext cx="50800" cy="141732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538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D93D"/>
                </a:solidFill>
                <a:latin typeface="Segoe UI"/>
              </a:defRPr>
            </a:pPr>
            <a:r>
              <a:t>Export Pipeline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9319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On-demand codecs: lamejs (MP3), Vorbis encoder (OGG), libflac WASM (FLAC). MP4 demo export uses WebCodecs + mp4-muxer with chapter metadata injection.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029200"/>
            <a:ext cx="5486400" cy="14173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5029200"/>
            <a:ext cx="50800" cy="141732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51389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BCB77"/>
                </a:solidFill>
                <a:latin typeface="Segoe UI"/>
              </a:defRPr>
            </a:pPr>
            <a:r>
              <a:t>SVG Data URI Caching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5321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Waveform renders are cached as SVG data URIs per width. ResizeObserver triggers responsive redraws. Column cap at 24,000 for performance.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5029200"/>
            <a:ext cx="5486400" cy="141732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17920" y="5029200"/>
            <a:ext cx="50800" cy="141732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51389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CCFF"/>
                </a:solidFill>
                <a:latin typeface="Segoe UI"/>
              </a:defRPr>
            </a:pPr>
            <a:r>
              <a:t>Session Persistence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5321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LocalStorage (per folder) saves crossfade, speed, loops, sequences, format prefs (including FLAC), encoding, and playground layout. IndexedDB stores recent project handles.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93D"/>
                </a:solidFill>
                <a:latin typeface="Segoe UI"/>
              </a:defRPr>
            </a:pPr>
            <a:r>
              <a:t>WHY S.E.A.M WINS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381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Unique Value Propositions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515600" cy="822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685800" cy="457200"/>
          </a:xfrm>
          <a:prstGeom prst="round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0D12"/>
                </a:solidFill>
                <a:latin typeface="Segoe UI"/>
              </a:defRPr>
            </a:pPr>
            <a:r>
              <a:t>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20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Browser-Native Branching Audio Player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40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No other tool lets you audition branching, loopable music directly in a browser with zero installation.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822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2926080"/>
            <a:ext cx="685800" cy="457200"/>
          </a:xfrm>
          <a:prstGeom prst="round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0D12"/>
                </a:solidFill>
                <a:latin typeface="Segoe UI"/>
              </a:defRPr>
            </a:pPr>
            <a:r>
              <a:t>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Visual Brick-Based Composition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The Playground's magnetic-snap 2D canvas for spatial audio arrangement is unprecedented in audition tools.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10515600" cy="822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3886199"/>
            <a:ext cx="685800" cy="45720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0D12"/>
                </a:solidFill>
                <a:latin typeface="Segoe UI"/>
              </a:defRPr>
            </a:pPr>
            <a:r>
              <a:t>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840479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Filename-Driven Auto-Discovery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16051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Drop a folder, get a fully parsed interactive player. No metadata files, no configuration, no setup wizards.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09160"/>
            <a:ext cx="10515600" cy="822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4846320"/>
            <a:ext cx="685800" cy="457200"/>
          </a:xfrm>
          <a:prstGeom prst="round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0D12"/>
                </a:solidFill>
                <a:latin typeface="Segoe UI"/>
              </a:defRPr>
            </a:pPr>
            <a:r>
              <a:t>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8006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Seam Preview Audition Mode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120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Head-FF-Tail loop playback for instant transition quality checking — a workflow innovation for adaptive music.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669280"/>
            <a:ext cx="10515600" cy="822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4400" y="5806440"/>
            <a:ext cx="685800" cy="457200"/>
          </a:xfrm>
          <a:prstGeom prst="round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D0D12"/>
                </a:solidFill>
                <a:latin typeface="Segoe UI"/>
              </a:defRPr>
            </a:pPr>
            <a:r>
              <a:t>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7607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Open Source &amp; Truly Local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6080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Segoe UI"/>
              </a:defRPr>
            </a:pPr>
            <a:r>
              <a:t>No subscription, no account, no telemetry. A single HTML file does everything. Ship it alongside your sample pack.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4DFF"/>
                </a:solidFill>
                <a:latin typeface="Segoe UI"/>
              </a:defRPr>
            </a:pPr>
            <a:r>
              <a:t>SHOWCASE TOOLING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2194560" cy="381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Built-In 1080p MP4 Demo Video Export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1965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74520"/>
            <a:ext cx="5394960" cy="381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2996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4DFF"/>
                </a:solidFill>
                <a:latin typeface="Segoe UI"/>
              </a:defRPr>
            </a:pPr>
            <a:r>
              <a:t>Offline Render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8716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Canvas frames + WebCodecs VideoEncoder (H.264) and AudioEncoder (AAC) are muxed locally into MP4. No upload, no cloud render queue.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5486400" cy="1965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874520"/>
            <a:ext cx="5394960" cy="381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02996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BCB77"/>
                </a:solidFill>
                <a:latin typeface="Segoe UI"/>
              </a:defRPr>
            </a:pPr>
            <a:r>
              <a:t>Chapters + 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48716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Injects Nero chapter markers into MP4 and generates a YouTube-style description.txt with track timeline markers for posting and review.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23360"/>
            <a:ext cx="5486400" cy="1965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069080"/>
            <a:ext cx="539496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2519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2452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Segoe UI"/>
              </a:defRPr>
            </a:pPr>
            <a:r>
              <a:t>Branding Controls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8172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Choose bundled OFL fonts, per-zone text size tiers, corner credit (optional year), and custom image/video backgrounds with crossfaded loops.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23360"/>
            <a:ext cx="5486400" cy="19659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63640" y="4069080"/>
            <a:ext cx="5394960" cy="381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42519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Segoe UI"/>
              </a:defRPr>
            </a:pPr>
            <a:r>
              <a:t>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422452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93D"/>
                </a:solidFill>
                <a:latin typeface="Segoe UI"/>
              </a:defRPr>
            </a:pPr>
            <a:r>
              <a:t>Smart Visual Adaptation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68172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Segoe UI"/>
              </a:defRPr>
            </a:pPr>
            <a:r>
              <a:t>Preview mode and Auto palette derive contrast-safe UI colors from background images or live video frames, while preserving a fixed Basic theme option.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6355080"/>
            <a:ext cx="10515600" cy="365760"/>
          </a:xfrm>
          <a:prstGeom prst="roundRect">
            <a:avLst/>
          </a:prstGeom>
          <a:solidFill>
            <a:srgbClr val="161620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63825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99"/>
                </a:solidFill>
                <a:latin typeface="Segoe UI"/>
              </a:defRPr>
            </a:pPr>
            <a:r>
              <a:t>Default output profile: 1920×1080, up to 24 FPS, H.264 video + AAC audio, with embedded chapter metadata.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71600" y="137160"/>
            <a:ext cx="2011680" cy="508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840480" y="137160"/>
            <a:ext cx="2011680" cy="508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309360" y="137160"/>
            <a:ext cx="2011680" cy="508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778240" y="137160"/>
            <a:ext cx="2011680" cy="508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CCFF"/>
                </a:solidFill>
                <a:latin typeface="Segoe UI Light"/>
              </a:defRPr>
            </a:pPr>
            <a:r>
              <a:t>S.E.A.M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377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Your Music. Their Experience. Zero Friction.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970064"/>
            <a:ext cx="3047695" cy="381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CCFF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8899"/>
                </a:solidFill>
                <a:latin typeface="Segoe UI"/>
              </a:defRPr>
            </a:pPr>
            <a:r>
              <a:t>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5661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7C4DFF"/>
                </a:solidFill>
                <a:latin typeface="Segoe UI"/>
              </a:defRPr>
            </a:pPr>
            <a:r>
              <a:t>&lt; 1s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8899"/>
                </a:solidFill>
                <a:latin typeface="Segoe UI"/>
              </a:defRPr>
            </a:pPr>
            <a:r>
              <a:t>Load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056098"/>
            <a:ext cx="1828800" cy="1660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6B"/>
                </a:solidFill>
                <a:latin typeface="Segoe UI"/>
              </a:defRPr>
            </a:pPr>
            <a:r>
              <a:rPr dirty="0"/>
              <a:t>4 + MP4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8899"/>
                </a:solidFill>
                <a:latin typeface="Segoe UI"/>
              </a:defRPr>
            </a:pPr>
            <a:r>
              <a:rPr dirty="0"/>
              <a:t>Export Formats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BCB77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8899"/>
                </a:solidFill>
                <a:latin typeface="Segoe UI"/>
              </a:defRPr>
            </a:pPr>
            <a:r>
              <a:t>Privacy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5661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93D"/>
                </a:solidFill>
                <a:latin typeface="Segoe UI"/>
              </a:defRPr>
            </a:pPr>
            <a:r>
              <a:t>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8899"/>
                </a:solidFill>
                <a:latin typeface="Segoe UI"/>
              </a:defRPr>
            </a:pPr>
            <a:r>
              <a:t>Creativity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029200"/>
            <a:ext cx="6705295" cy="457200"/>
          </a:xfrm>
          <a:prstGeom prst="roundRect">
            <a:avLst/>
          </a:prstGeom>
          <a:noFill/>
          <a:ln w="25400">
            <a:solidFill>
              <a:srgbClr val="00C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CCFF"/>
                </a:solidFill>
                <a:latin typeface="Segoe UI"/>
              </a:defRPr>
            </a:pPr>
            <a:r>
              <a:t>Try S.E.A.M Today — Just Open index.html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5623560"/>
            <a:ext cx="6705295" cy="457200"/>
          </a:xfrm>
          <a:prstGeom prst="roundRect">
            <a:avLst/>
          </a:prstGeom>
          <a:noFill/>
          <a:ln w="254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7C4DFF"/>
                </a:solidFill>
                <a:latin typeface="Segoe UI"/>
              </a:defRPr>
            </a:pPr>
            <a:r>
              <a:t>github.com/EnthusiastGuy/S.E.A.M-Audio-Audition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6217920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8899"/>
                </a:solidFill>
                <a:latin typeface="Segoe UI"/>
              </a:defRPr>
            </a:pPr>
            <a:r>
              <a:rPr dirty="0"/>
              <a:t>2026  ·  Enthusiast Guy  ·  </a:t>
            </a:r>
            <a:r>
              <a:rPr lang="en-US" dirty="0"/>
              <a:t>Proprietary License, free to use</a:t>
            </a:r>
            <a:endParaRPr dirty="0"/>
          </a:p>
        </p:txBody>
      </p:sp>
      <p:sp>
        <p:nvSpPr>
          <p:cNvPr id="22" name="Rectangle 21"/>
          <p:cNvSpPr/>
          <p:nvPr/>
        </p:nvSpPr>
        <p:spPr>
          <a:xfrm>
            <a:off x="1371600" y="6675120"/>
            <a:ext cx="2011680" cy="508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840480" y="6675120"/>
            <a:ext cx="2011680" cy="50800"/>
          </a:xfrm>
          <a:prstGeom prst="rect">
            <a:avLst/>
          </a:prstGeom>
          <a:solidFill>
            <a:srgbClr val="00C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09360" y="6675120"/>
            <a:ext cx="2011680" cy="50800"/>
          </a:xfrm>
          <a:prstGeom prst="rect">
            <a:avLst/>
          </a:prstGeom>
          <a:solidFill>
            <a:srgbClr val="6BC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778240" y="6675120"/>
            <a:ext cx="2011680" cy="5080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2189</Words>
  <Application>Microsoft Office PowerPoint</Application>
  <PresentationFormat>Widescreen</PresentationFormat>
  <Paragraphs>323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Ciuica, Florin</cp:lastModifiedBy>
  <cp:revision>5</cp:revision>
  <dcterms:created xsi:type="dcterms:W3CDTF">2013-01-27T09:14:16Z</dcterms:created>
  <dcterms:modified xsi:type="dcterms:W3CDTF">2026-04-05T12:11:09Z</dcterms:modified>
  <cp:category/>
</cp:coreProperties>
</file>