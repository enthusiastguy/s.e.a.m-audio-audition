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"/>
            <a:ext cx="2011680" cy="508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137160"/>
            <a:ext cx="2011680" cy="508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137160"/>
            <a:ext cx="201168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137160"/>
            <a:ext cx="2011680" cy="508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CCFF"/>
                </a:solidFill>
                <a:latin typeface="Segoe UI Light"/>
              </a:defRPr>
            </a:pPr>
            <a:r>
              <a:t>S.E.A.M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Segoe UI"/>
              </a:defRPr>
            </a:pPr>
            <a:r>
              <a:t>Segmented Evaluation &amp; Audition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383280"/>
            <a:ext cx="3047695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The browser-based audition player for dynamic,</a:t>
            </a:r>
            <a:br/>
            <a:r>
              <a:t>branching &amp; loopable music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846320"/>
            <a:ext cx="1645920" cy="411480"/>
          </a:xfrm>
          <a:prstGeom prst="roundRect">
            <a:avLst/>
          </a:prstGeom>
          <a:noFill/>
          <a:ln w="19050">
            <a:solidFill>
              <a:srgbClr val="00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CCFF"/>
                </a:solidFill>
                <a:latin typeface="Segoe UI"/>
              </a:defRPr>
            </a:pPr>
            <a:r>
              <a:t>100%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846320"/>
            <a:ext cx="1645920" cy="411480"/>
          </a:xfrm>
          <a:prstGeom prst="roundRect">
            <a:avLst/>
          </a:prstGeom>
          <a:noFill/>
          <a:ln w="19050">
            <a:solidFill>
              <a:srgbClr val="00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CCFF"/>
                </a:solidFill>
                <a:latin typeface="Segoe UI"/>
              </a:defRPr>
            </a:pPr>
            <a:r>
              <a:t>Zero Install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846320"/>
            <a:ext cx="1645920" cy="411480"/>
          </a:xfrm>
          <a:prstGeom prst="roundRect">
            <a:avLst/>
          </a:prstGeom>
          <a:noFill/>
          <a:ln w="19050">
            <a:solidFill>
              <a:srgbClr val="00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CCFF"/>
                </a:solidFill>
                <a:latin typeface="Segoe UI"/>
              </a:defRPr>
            </a:pPr>
            <a:r>
              <a:t>Cross-Platform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846320"/>
            <a:ext cx="1645920" cy="411480"/>
          </a:xfrm>
          <a:prstGeom prst="roundRect">
            <a:avLst/>
          </a:prstGeom>
          <a:noFill/>
          <a:ln w="19050">
            <a:solidFill>
              <a:srgbClr val="00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CCFF"/>
                </a:solidFill>
                <a:latin typeface="Segoe UI"/>
              </a:defRPr>
            </a:pPr>
            <a:r>
              <a:t>Privacy-First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2026  ·  Enthusiast Guy  ·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How do you showcase branching, loopable music to clients?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960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76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Branching Audio Is Hard to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Adaptive music with multiple parts, loops, and branch points can't be shown in a simple MP3 player. Clients never hear the full picture.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515600" cy="960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73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DAWs Are Overkill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11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Pro Tools, Logic, Ableton — they require installation, steep learning curves, and licenses. Not practical for a quick client audition.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79"/>
            <a:ext cx="10515600" cy="960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708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Cloud Tools Risk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0915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Uploading unreleased music to web platforms raises IP concerns. Composers need local-first solutions that keep audio on the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59"/>
            <a:ext cx="10515600" cy="960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681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No Standard Demo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80643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Every composer sends a different folder structure. Clients get confused by dozens of WAV files with no way to hear them in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CB77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S.E.A.M — Audio That Speaks For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A self-contained, browser-based audition player that turns your sample pack folder into an interactive, playable experience —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651760" cy="329184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788920"/>
            <a:ext cx="256032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Open a single HTML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No install, no server, no dependencies. Works in Chrome/Edge on any 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743200"/>
            <a:ext cx="2651760" cy="329184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788920"/>
            <a:ext cx="256032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Point to your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97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Select your sample pack root. S.E.A.M discovers songs, parts, and branches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43200"/>
            <a:ext cx="2651760" cy="329184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88920"/>
            <a:ext cx="256032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▶️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Play, loop &amp; 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97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Audition full songs or individual parts. Drag bricks to build custom sequences. Export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743200"/>
            <a:ext cx="2651760" cy="329184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2788920"/>
            <a:ext cx="2560320" cy="381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100% Private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297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All processing happens locally in your browser. No files ever leave your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From Folder to Interactive Demo in 3 Clicks</a:t>
            </a:r>
          </a:p>
        </p:txBody>
      </p:sp>
      <p:sp>
        <p:nvSpPr>
          <p:cNvPr id="5" name="Oval 4"/>
          <p:cNvSpPr/>
          <p:nvPr/>
        </p:nvSpPr>
        <p:spPr>
          <a:xfrm>
            <a:off x="1691640" y="2011680"/>
            <a:ext cx="640080" cy="640080"/>
          </a:xfrm>
          <a:prstGeom prst="ellipse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2148840"/>
            <a:ext cx="822960" cy="3810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Structure Your Pack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3474720" cy="320040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Organize songs in subfolders with the naming convention:</a:t>
            </a:r>
            <a:br/>
            <a:br/>
            <a:r>
              <a:t>Song Name 1 → 2, 4.wav  (Part 1, branches to 2 or 4)</a:t>
            </a:r>
            <a:br/>
            <a:r>
              <a:t>Song Name 2 → 2, 3.wav  (Part 2, loops or goes to 3)</a:t>
            </a:r>
            <a:br/>
            <a:r>
              <a:t>Song Name 3.wav              (Final part, no branch)</a:t>
            </a:r>
            <a:br/>
            <a:r>
              <a:t>Song Name.wav                (Optional full mix)</a:t>
            </a:r>
          </a:p>
        </p:txBody>
      </p:sp>
      <p:sp>
        <p:nvSpPr>
          <p:cNvPr id="11" name="Oval 10"/>
          <p:cNvSpPr/>
          <p:nvPr/>
        </p:nvSpPr>
        <p:spPr>
          <a:xfrm>
            <a:off x="5440680" y="2011680"/>
            <a:ext cx="640080" cy="64008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2148840"/>
            <a:ext cx="822960" cy="3810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  <a:latin typeface="Segoe UI"/>
              </a:defRPr>
            </a:pPr>
            <a:r>
              <a:t>Open &amp; Select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383280"/>
            <a:ext cx="3474720" cy="320040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5204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Double-click S.E.A.M's HTML file in any Chromium browser.</a:t>
            </a:r>
            <a:br/>
            <a:br/>
            <a:r>
              <a:t>Click 'Select Folder' and point to your sample pack root.</a:t>
            </a:r>
            <a:br/>
            <a:br/>
            <a:r>
              <a:t>S.E.A.M auto-discovers all songs, parts, durations,</a:t>
            </a:r>
            <a:br/>
            <a:r>
              <a:t>loop points, and branch targets from filenames alone.</a:t>
            </a:r>
          </a:p>
        </p:txBody>
      </p:sp>
      <p:sp>
        <p:nvSpPr>
          <p:cNvPr id="17" name="Oval 16"/>
          <p:cNvSpPr/>
          <p:nvPr/>
        </p:nvSpPr>
        <p:spPr>
          <a:xfrm>
            <a:off x="9189719" y="2011680"/>
            <a:ext cx="640080" cy="640080"/>
          </a:xfrm>
          <a:prstGeom prst="ellipse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CB77"/>
                </a:solidFill>
                <a:latin typeface="Segoe UI"/>
              </a:defRPr>
            </a:pPr>
            <a:r>
              <a:t>Audition &amp;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383280"/>
            <a:ext cx="3474720" cy="320040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35204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Play full songs or individual parts with looping.</a:t>
            </a:r>
            <a:br/>
            <a:br/>
            <a:r>
              <a:t>Drag bricks to build custom sequences.</a:t>
            </a:r>
            <a:br/>
            <a:br/>
            <a:r>
              <a:t>Export your composition to WAV, MP3, or OGG.</a:t>
            </a:r>
            <a:br/>
            <a:br/>
            <a:r>
              <a:t>Session state auto-saves per project folder.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Professional Playback, Zero Compromise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338328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Gapless Playback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Web Audio API-powered transport with</a:t>
            </a:r>
            <a:br/>
            <a:r>
              <a:t>pre-scheduled segments for seamless</a:t>
            </a:r>
            <a:br/>
            <a:r>
              <a:t>transitions between parts.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965960"/>
            <a:ext cx="338328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240280"/>
            <a:ext cx="502920" cy="50292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Smart Looping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97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Per-part loop controls auto-detected from</a:t>
            </a:r>
            <a:br/>
            <a:r>
              <a:t>filename conventions. Loop once, N times,</a:t>
            </a:r>
            <a:br/>
            <a:r>
              <a:t>or infinitely with zero gaps.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92024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999" y="1965960"/>
            <a:ext cx="338328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22402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Variable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697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Rotary knob from -250% to +200% with</a:t>
            </a:r>
            <a:br/>
            <a:r>
              <a:t>5% snap increments. Reverse playback</a:t>
            </a:r>
            <a:br/>
            <a:r>
              <a:t>with pitch-shifted audio.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43400"/>
            <a:ext cx="3383280" cy="381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Crossfade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Adjustable 0–20s crossfade between</a:t>
            </a:r>
            <a:br/>
            <a:r>
              <a:t>playlist songs with visual knob control.</a:t>
            </a:r>
            <a:br/>
            <a:r>
              <a:t>Smooth volume curves on transitions.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29768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4343400"/>
            <a:ext cx="3383280" cy="381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60" y="4617720"/>
            <a:ext cx="502920" cy="502920"/>
          </a:xfrm>
          <a:prstGeom prst="ellipse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Multi-Track 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749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Play multiple songs simultaneously for</a:t>
            </a:r>
            <a:br/>
            <a:r>
              <a:t>A/B comparison or layered audition.</a:t>
            </a:r>
            <a:br/>
            <a:r>
              <a:t>Independent transport per song.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29768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999" y="4343400"/>
            <a:ext cx="338328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9" y="4617720"/>
            <a:ext cx="502920" cy="502920"/>
          </a:xfrm>
          <a:prstGeom prst="ellipse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79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Waveforms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50749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Real-time waveform rendering on seek</a:t>
            </a:r>
            <a:br/>
            <a:r>
              <a:t>bars and bricks. Spectrum analyzer in</a:t>
            </a:r>
            <a:br/>
            <a:r>
              <a:t>header. Responsive to audio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Segoe UI"/>
              </a:defRPr>
            </a:pPr>
            <a:r>
              <a:t>POWER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Brick Playground — Visual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A unique 2D canvas where you arrange audio segments like building blocks — no other audition tool offers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Drag colored 'bricks' representing audio parts onto an infinite 2D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529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52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Magnetic snap — bricks auto-cluster when placed within 14px proximity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369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369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Break gap system — 36px minimum separation prevents accidental merges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210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210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Comb parking lot — all available parts shown on the left, drag to duplicate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050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050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Ghost reorder — hold 1s to edit a single brick within a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389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Cluster operations: merge, unmerge, delete, annotate with title &amp;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7316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50-step undo/redo stack for non-destructive experimentation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572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5721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Export any cluster directly to the main timeline for playback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412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4126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Snow particle idle effect with physics, wind gusts, and deposits on bricks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253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C4DF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253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Live spectrum visualizer with colorful FFT pillars while audio plays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355080"/>
            <a:ext cx="10515600" cy="411480"/>
          </a:xfrm>
          <a:prstGeom prst="roundRect">
            <a:avLst/>
          </a:prstGeom>
          <a:noFill/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373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4DFF"/>
                </a:solidFill>
                <a:latin typeface="Segoe UI"/>
              </a:defRPr>
            </a:pPr>
            <a:r>
              <a:t>💡  Think of it as a LEGO board for music composition — visual, intuitive, and endlessly reconfigurable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SMART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Intelligent Audition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20"/>
            <a:ext cx="539496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Seam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 novel audition mode that plays the head and tail of a part while fast-forwarding the middle — perfect for testing loop transition quality without listening to the entire segment. Configurable edge duration (50ms–60s).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74520"/>
            <a:ext cx="539496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57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Session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Every setting is auto-saved per project folder: playlist order, loop counts, sequences, export preferences, brick playground state, encoding options. Reopen any project exactly where you left off via IndexedDB + localStorage.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60"/>
            <a:ext cx="5486400" cy="2194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297680"/>
            <a:ext cx="539496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Segoe UI"/>
              </a:defRPr>
            </a:pPr>
            <a:r>
              <a:t>Auto-Discovery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Point to any folder and S.E.A.M parses filenames to detect parts, branch targets, loop points, and full mixes automatically. Supports the  Name N → A, B, C.wav  convention with zero configuration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486400" cy="21945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297680"/>
            <a:ext cx="5394960" cy="381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Encoding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Export to WAV (PCM 16-bit), MP3 (96–320 kbps via lamejs), or OGG Vorbis (quality 0–1.0). Per-format control over sample rate, channels, and bitrate. Libraries lazy-load only when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Segoe UI"/>
              </a:defRPr>
            </a:pPr>
            <a:r>
              <a:t>EXPORT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From Audition to Deliverable in One 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420624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3383280" cy="508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CFF"/>
                </a:solidFill>
                <a:latin typeface="Segoe UI"/>
              </a:defRPr>
            </a:pPr>
            <a:r>
              <a:t>WAV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Lossless PCM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16-bit PCM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1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1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Source sample rate preserved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Multi-channel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Instant encoding — no library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Perfect for archival &amp;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011680"/>
            <a:ext cx="3474720" cy="420624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057400"/>
            <a:ext cx="3383280" cy="508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  <a:latin typeface="Segoe UI"/>
              </a:defRPr>
            </a:pPr>
            <a:r>
              <a:t>MP3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788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Universal Lossy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Bitrate: 96 – 320 kbps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8861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8861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Sample rate: source, 44.1k, 48k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Channel modes: auto, mono, stereo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Powered by lamejs (lazy-loaded)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Industry-standard compatibility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2011680"/>
            <a:ext cx="3474720" cy="420624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0999" y="2057400"/>
            <a:ext cx="3383280" cy="508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4DFF"/>
                </a:solidFill>
                <a:latin typeface="Segoe UI"/>
              </a:defRPr>
            </a:pPr>
            <a:r>
              <a:t>OGG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788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Open Lossy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Quality slider: 0.0 – 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38861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19" y="38861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Sample rate: source, 44.1k, 48k Hz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19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Channel modes: auto, mono, stereo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Vorbis encoder (lazy-loaded)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9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19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Open format, no licensing fees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6400800"/>
            <a:ext cx="10515600" cy="3657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6419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Export full compositions (up to 60 min) or individual parts  •  Per-part format memory  •  Settings persist across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VISUAL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Designed to Impress — Not Just to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338328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Ambient Setup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4-layer animated waveform with ribbon effects, particle emission on bass hits, film grain, and cinema mode that dims to darkness when idle. It's a visual experience before you even load audio.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965960"/>
            <a:ext cx="338328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240280"/>
            <a:ext cx="502920" cy="50292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Spectrum Analyzer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97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420-bar animated FFT spectrum with peak caps in the header. Responds to all active audio in real-time. Color-coded frequency visualization brings audio data to life.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92024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999" y="1965960"/>
            <a:ext cx="338328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22402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Canvas-Drawn Knobs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6974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Speed and crossfade controlled via realistic rotary knobs with filled arcs, indicator dots, snap detents, click sounds, and touch/scroll/drag support. Blue for forward, red for reverse.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43400"/>
            <a:ext cx="3383280" cy="381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Color-Coded Parts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10-color cycling palette assigns unique colors to each part. Consistent across timeline bricks, part lists, waveforms, and playground. Instant visual identification.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29768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4343400"/>
            <a:ext cx="3383280" cy="381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60" y="4617720"/>
            <a:ext cx="502920" cy="502920"/>
          </a:xfrm>
          <a:prstGeom prst="ellipse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❄️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Snow Particle Physics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749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Idle detection triggers a snow system with wind gusts, particle physics, deposits on bricks, and melt decay on activity. Up to 23,800 particles with grid-based erosion simulation.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297680"/>
            <a:ext cx="347472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999" y="4343400"/>
            <a:ext cx="338328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9" y="4617720"/>
            <a:ext cx="502920" cy="502920"/>
          </a:xfrm>
          <a:prstGeom prst="ellipse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79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Memory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50749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Real-time browser memory monitoring using Performance API. Displays tab memory vs. heap usage with stale-reading detection and 700ms refresh. Know your resource footprint.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CB77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S.E.A.M vs. The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920240"/>
            <a:ext cx="1920240" cy="41148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38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920240"/>
            <a:ext cx="1920240" cy="41148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38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CFF"/>
                </a:solidFill>
                <a:latin typeface="Segoe UI"/>
              </a:defRPr>
            </a:pPr>
            <a:r>
              <a:t>S.E.A.M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920240"/>
            <a:ext cx="1920240" cy="41148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938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FMOD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920240"/>
            <a:ext cx="1920240" cy="41148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38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4DFF"/>
                </a:solidFill>
                <a:latin typeface="Segoe UI"/>
              </a:defRPr>
            </a:pPr>
            <a:r>
              <a:t>Wwise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920240"/>
            <a:ext cx="1920240" cy="41148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938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93D"/>
                </a:solidFill>
                <a:latin typeface="Segoe UI"/>
              </a:defRPr>
            </a:pPr>
            <a:r>
              <a:t>Audacity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377440"/>
            <a:ext cx="9601200" cy="365760"/>
          </a:xfrm>
          <a:prstGeom prst="rect">
            <a:avLst/>
          </a:prstGeom>
          <a:solidFill>
            <a:srgbClr val="16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Zero Install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203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Runs in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720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720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0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720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063240"/>
            <a:ext cx="9601200" cy="365760"/>
          </a:xfrm>
          <a:prstGeom prst="rect">
            <a:avLst/>
          </a:prstGeom>
          <a:solidFill>
            <a:srgbClr val="16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Branching Audio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4061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Loop-Point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4061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4061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4061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061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3749039"/>
            <a:ext cx="9601200" cy="365760"/>
          </a:xfrm>
          <a:prstGeom prst="rect">
            <a:avLst/>
          </a:prstGeom>
          <a:solidFill>
            <a:srgbClr val="16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Visual Brick Composition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0919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Seam Preview Mode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0919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0919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0919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0919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4434840"/>
            <a:ext cx="9601200" cy="365760"/>
          </a:xfrm>
          <a:prstGeom prst="rect">
            <a:avLst/>
          </a:prstGeom>
          <a:solidFill>
            <a:srgbClr val="16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Multi-Format Export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434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4434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434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434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47777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Session Persistence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47777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47777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47777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7777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80160" y="5120640"/>
            <a:ext cx="9601200" cy="365760"/>
          </a:xfrm>
          <a:prstGeom prst="rect">
            <a:avLst/>
          </a:prstGeom>
          <a:solidFill>
            <a:srgbClr val="16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100% Local / No Upload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4635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Free &amp; Open Source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54635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54635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Freemium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54635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Freemium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54635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80160" y="5806440"/>
            <a:ext cx="9601200" cy="365760"/>
          </a:xfrm>
          <a:prstGeom prst="rect">
            <a:avLst/>
          </a:prstGeom>
          <a:solidFill>
            <a:srgbClr val="16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Cross-Platform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2064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Win/Mac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Win/Mac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20" y="5806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CB77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71600" y="61493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Learning Curve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" y="6149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6149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Steep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40880" y="6149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Steep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61493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Moderate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Segoe UI"/>
              </a:defRPr>
            </a:pPr>
            <a:r>
              <a:t>WHO IS IT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Built for Creators. Loved by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48640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539496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CFF"/>
                </a:solidFill>
                <a:latin typeface="Segoe UI"/>
              </a:defRPr>
            </a:pPr>
            <a:r>
              <a:t>Game Audio Composers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Deliver interactive music demos to game studios. Let clients hear branching cues the way they'll work in-engine — with loops, transitions, and variable playback — without requiring FMOD or Wwise.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539496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4DFF"/>
                </a:solidFill>
                <a:latin typeface="Segoe UI"/>
              </a:defRPr>
            </a:pPr>
            <a:r>
              <a:t>Film &amp; Media Composers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97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Showcase adaptive scoring to directors and producers. Demonstrate how musical segments connect and flow without the complexity of a DAW. Simple folder structure, instant playback.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548640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343400"/>
            <a:ext cx="539496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  <a:latin typeface="Segoe UI"/>
              </a:defRPr>
            </a:pPr>
            <a:r>
              <a:t>Sample Pack Vendors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Ship interactive demos alongside your sample packs. Customers can audition every part, build custom sequences, and export previews. The ultimate 'try before you buy'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343400"/>
            <a:ext cx="5394960" cy="381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93D"/>
                </a:solidFill>
                <a:latin typeface="Segoe UI"/>
              </a:defRPr>
            </a:pPr>
            <a:r>
              <a:t>Music Educators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074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Teach adaptive music composition interactively. Students can visualize branching structures, experiment with arrangements in the brick playground, and understand non-linear music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UNDER THE 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Engineered for Performance &amp;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14173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800" cy="141732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Web Audio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Professional audio engine with OfflineAudioContext for seamless stitching, master gain/analyser chain, and gapless pre-scheduled playback.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14173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0800" cy="14173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38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File System Access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Chromium's modern API for read-only local folder access. No uploads, no servers. IndexedDB stores directory handles for instant project reopening.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29000"/>
            <a:ext cx="5486400" cy="14173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50800" cy="14173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38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Segoe UI"/>
              </a:defRPr>
            </a:pPr>
            <a:r>
              <a:t>Canvas 2D Rendering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All knobs, waveforms, spectrum visualizers, particle systems, and brick playground rendered on HTML5 Canvas with pixel-ratio scaling for Retina displays.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486400" cy="14173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50800" cy="141732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538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Segoe UI"/>
              </a:defRPr>
            </a:pPr>
            <a:r>
              <a:t>Lazy-Load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Vendor codecs (lamejs for MP3, vorbis-encoder for OGG) load on-demand only when first needed. Zero upfront cost for playback-only sessions.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5486400" cy="14173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50800" cy="141732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CB77"/>
                </a:solidFill>
                <a:latin typeface="Segoe UI"/>
              </a:defRPr>
            </a:pPr>
            <a:r>
              <a:t>SVG Data URI Caching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Waveform renders are cached as SVG data URIs per width. ResizeObserver triggers responsive redraws. Column cap at 24,000 for performance.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29200"/>
            <a:ext cx="5486400" cy="141732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5029200"/>
            <a:ext cx="50800" cy="141732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138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Session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532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LocalStorage (per folder) saves all state: crossfade, speed, loops, sequences, encoding prefs, playground positions. IndexedDB for recent project handles.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Segoe UI"/>
              </a:defRPr>
            </a:pPr>
            <a:r>
              <a:t>WHY S.E.A.M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381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Unique Value Propositions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8229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685800" cy="457200"/>
          </a:xfrm>
          <a:prstGeom prst="round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0D12"/>
                </a:solidFill>
                <a:latin typeface="Segoe UI"/>
              </a:defRPr>
            </a:pPr>
            <a:r>
              <a:t>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Browser-Native Branching Audio 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40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No other tool lets you audition branching, loopable music directly in a browser with zero installation.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515600" cy="8229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685800" cy="45720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0D12"/>
                </a:solidFill>
                <a:latin typeface="Segoe UI"/>
              </a:defRPr>
            </a:pPr>
            <a:r>
              <a:t>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Visual Brick-Based 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The Playground's magnetic-snap 2D canvas for spatial audio arrangement is unprecedented in audition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515600" cy="8229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886199"/>
            <a:ext cx="685800" cy="4572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0D12"/>
                </a:solidFill>
                <a:latin typeface="Segoe UI"/>
              </a:defRPr>
            </a:pPr>
            <a:r>
              <a:t>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404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Filename-Driven Auto-Discovery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605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Drop a folder, get a fully parsed interactive player. No metadata files, no configuration, no setup wizards.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515600" cy="8229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685800" cy="457200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0D12"/>
                </a:solidFill>
                <a:latin typeface="Segoe UI"/>
              </a:defRPr>
            </a:pPr>
            <a:r>
              <a:t>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0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Seam Preview Audition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Head-FF-Tail loop playback for instant transition quality checking — a workflow innovation for adaptive music.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515600" cy="822960"/>
          </a:xfrm>
          <a:prstGeom prst="roundRect">
            <a:avLst/>
          </a:prstGeom>
          <a:solidFill>
            <a:srgbClr val="161620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806440"/>
            <a:ext cx="685800" cy="457200"/>
          </a:xfrm>
          <a:prstGeom prst="round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0D12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Open Source &amp; Truly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No subscription, no account, no telemetry. A single HTML file does everything. Ship it alongside your sample pack.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"/>
            <a:ext cx="2011680" cy="508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137160"/>
            <a:ext cx="2011680" cy="508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137160"/>
            <a:ext cx="201168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137160"/>
            <a:ext cx="2011680" cy="508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CCFF"/>
                </a:solidFill>
                <a:latin typeface="Segoe UI Light"/>
              </a:defRPr>
            </a:pPr>
            <a:r>
              <a:t>S.E.A.M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Your Music. Their Experience. Zero Friction.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108960"/>
            <a:ext cx="3047695" cy="381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C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4DFF"/>
                </a:solidFill>
                <a:latin typeface="Segoe UI"/>
              </a:defRPr>
            </a:pPr>
            <a:r>
              <a:t>&lt; 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Load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Export Formats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CB77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Segoe UI"/>
              </a:defRPr>
            </a:pPr>
            <a:r>
              <a:t>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Creativity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029200"/>
            <a:ext cx="6705295" cy="457200"/>
          </a:xfrm>
          <a:prstGeom prst="roundRect">
            <a:avLst/>
          </a:prstGeom>
          <a:noFill/>
          <a:ln w="25400">
            <a:solidFill>
              <a:srgbClr val="00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Try S.E.A.M Today — Just Open index.html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5623560"/>
            <a:ext cx="6705295" cy="457200"/>
          </a:xfrm>
          <a:prstGeom prst="roundRect">
            <a:avLst/>
          </a:prstGeom>
          <a:noFill/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C4DFF"/>
                </a:solidFill>
                <a:latin typeface="Segoe UI"/>
              </a:defRPr>
            </a:pPr>
            <a:r>
              <a:t>github.com/EnthusiastGuy/S.E.A.M-Audio-Audition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2026  ·  Enthusiast Guy  ·  Open Source  ·  MIT License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6675120"/>
            <a:ext cx="2011680" cy="508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0" y="6675120"/>
            <a:ext cx="2011680" cy="5080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6675120"/>
            <a:ext cx="201168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6675120"/>
            <a:ext cx="2011680" cy="508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